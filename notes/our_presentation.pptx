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65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2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4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8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8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0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2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1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5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9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2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768AB-E524-4ACF-A4E6-35995803144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CFBAC-E7C2-4B97-86E7-B08943D0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58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704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482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039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0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917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3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32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78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09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983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3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516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2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39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2026-01-14T05:58:32Z</dcterms:created>
  <dcterms:modified xsi:type="dcterms:W3CDTF">2026-01-14T06:33:59Z</dcterms:modified>
</cp:coreProperties>
</file>